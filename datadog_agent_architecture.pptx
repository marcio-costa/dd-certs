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5C4B8A">
              <a:alpha val="25000"/>
            </a:srgbClr>
          </a:solidFill>
          <a:ln w="12700">
            <a:solidFill>
              <a:srgbClr val="5C4B8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008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DATADOG CERTIFICATION PREP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Datadog Agent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every subsystem — Collector, Aggregator, Forwarder,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DogStatsD, Trace Agent, Process Agent &amp; JMXFetch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Log Files  •  Data Flow  •  JMXFetch Deep Dive  •  Crash Diagnostics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Datadog Agent Is NOT a Single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It is a collection of specialized subsystems — each with its own responsibility, lifecycle, and log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508760"/>
            <a:ext cx="21031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5727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Agent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8328" y="19659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Orchestrates all subsystems. Handles config, auth, lifecycle.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14600" y="15087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508760"/>
            <a:ext cx="2103120" cy="411480"/>
          </a:xfrm>
          <a:prstGeom prst="rect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5727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8648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Collector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24328" y="19659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Runs checks (Go + Python) every 15s. Feeds the Aggregator.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00600" y="15087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00600" y="1508760"/>
            <a:ext cx="21031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57276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4648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Aggregator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10328" y="19659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In-memory buffer. Rolls up samples before forwarding.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086600" y="150876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86600" y="1508760"/>
            <a:ext cx="21031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157276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70648" y="1554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Forwarder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196328" y="19659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Delivers data to intake.datadoghq.com via HTTPS/443.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28600" y="324612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28600" y="3246120"/>
            <a:ext cx="210312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331012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2648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DogStatsD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8328" y="37033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Custom metrics server. UDP :8125 or UDS socket.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514600" y="324612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514600" y="3246120"/>
            <a:ext cx="21031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752" y="331012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898648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Trace Agent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624328" y="37033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APM pipeline. Receives spans on HTTP :8126.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800600" y="324612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800600" y="3246120"/>
            <a:ext cx="210312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310128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84648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 Agent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910328" y="37033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Scans /proc for live processes and containers.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7086600" y="3246120"/>
            <a:ext cx="2103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086600" y="3246120"/>
            <a:ext cx="210312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9752" y="3310128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470648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JMXFetch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7196328" y="37033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Separate JVM. Bridges Java MBeans into the Agent.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Data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417320" cy="822960"/>
          </a:xfrm>
          <a:prstGeom prst="rect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Checks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Code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0" y="141732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005840"/>
            <a:ext cx="14173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005840"/>
            <a:ext cx="14173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Aggregator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(10s)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005840"/>
            <a:ext cx="141732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Forwarder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1005840"/>
            <a:ext cx="141732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Datadog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Intake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194560"/>
            <a:ext cx="2011680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DogStatsD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UDP :8125 / UDS socket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94560" y="2459736"/>
            <a:ext cx="118872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200400" y="23225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7E22"/>
                </a:solidFill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2880360"/>
            <a:ext cx="201168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Trace Agent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HTTP :8126 → APM Intake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194560" y="3145536"/>
            <a:ext cx="5029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040880" y="30083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3566160"/>
            <a:ext cx="201168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 Agent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" y="3822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/proc scan → Process Intake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194560" y="3831336"/>
            <a:ext cx="502920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7040880" y="3694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4251960"/>
            <a:ext cx="2011680" cy="5303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JMXFetch (JVM)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2880" y="4507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JMX MBeans → Collector socket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194560" y="4517136"/>
            <a:ext cx="-41148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600200" y="43799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80B9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480060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Dashed lines = data fed into pipeline    Solid arrows = sequential flow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Agent &amp; Collector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68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AGENT  •  agent.log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Reads &amp; validates datadog.yaml at startup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Starts and supervises all subsystems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Owns the main process PID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Handles CLI commands: status, flare, diagnose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Manages API key validation vs. data ingestion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Written in Go — low memory, high performance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If this crashes, ALL subsystems stop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4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868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COLLECTOR  •  collector.log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37760" y="1417320"/>
            <a:ext cx="173736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3776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4B8A"/>
                </a:solidFill>
              </a:rPr>
              <a:t>Go Checks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0" y="17830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cpu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memory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disk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network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766560" y="1417320"/>
            <a:ext cx="192024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76656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Python Checks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858000" y="17830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mysql, nginx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redis, postgres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custom checks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</a:rPr>
              <a:t>/etc/datadog-agent/checks.d/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077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66360" y="29077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Embedded Python interpreter — isolated from system Python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937760" y="3218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/opt/datadog-agent/embedded/bin/python3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937760" y="35204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Default check interval: 15 seconds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Config loaded from /etc/datadog-agent/conf.d/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Passes results to Aggregator (in-memory)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Aggregator &amp; Forwarder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68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AGGREGATOR  •  (in agent.log)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In-process component — no separate log file.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Flushes data to Forwarder every 10 seconds.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011680"/>
            <a:ext cx="13716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 Type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55648" y="2011680"/>
            <a:ext cx="24688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5648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Aggregation Logic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2377440"/>
            <a:ext cx="13716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55648" y="2377440"/>
            <a:ext cx="246888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2377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Gauge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83080" y="2377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Keeps last 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2761488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55648" y="2761488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2761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Count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783080" y="27614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Sums all samples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3145536"/>
            <a:ext cx="13716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55648" y="3145536"/>
            <a:ext cx="246888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1455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Rate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783080" y="31455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Computes per-second rate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5760" y="352958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755648" y="3529584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Histogram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783080" y="35295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→ p50, p95, avg, max, count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5760" y="3913632"/>
            <a:ext cx="13716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755648" y="3913632"/>
            <a:ext cx="246888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3913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Distribution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783080" y="39136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Forwards raw samples (DDSketch)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75488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320040" cy="32004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12080" y="868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FORWARDER  •  forwarder.log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937760" y="1444752"/>
            <a:ext cx="109728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37760" y="1444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Sends to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6080760" y="14447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intake.datadoghq.com  (port 443)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937760" y="1938528"/>
            <a:ext cx="109728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937760" y="1938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Auth via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080760" y="19385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DD-API-KEY header on every payload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937760" y="2432304"/>
            <a:ext cx="109728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937760" y="24323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Retry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6080760" y="24323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Exponential backoff on failure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937760" y="2926080"/>
            <a:ext cx="109728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3776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Queue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6080760" y="2926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On-disk retry queue for outages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4937760" y="3419856"/>
            <a:ext cx="109728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937760" y="34198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Proxy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6080760" y="34198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Configurable via proxy settings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4937760" y="3913632"/>
            <a:ext cx="109728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937760" y="3913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Multi-org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6080760" y="39136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Dual-ship to multiple endpoints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937760" y="4462272"/>
            <a:ext cx="37490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4507992"/>
            <a:ext cx="256032" cy="256032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5303520" y="4462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api.datadoghq.com = auth only   |   intake.datadoghq.com = data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DogStatsD &amp; Trace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68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DOGSTATSD  •  dogstatsd.log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UDP vs. Unix Domain Socket (UDS)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828800"/>
            <a:ext cx="9601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82880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44168" y="1828800"/>
            <a:ext cx="10972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9888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UDP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68880" y="1828800"/>
            <a:ext cx="1874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14600" y="18288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UDS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2212848"/>
            <a:ext cx="9601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21284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Default?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344168" y="2212848"/>
            <a:ext cx="10972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89888" y="2212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✓ Yes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468880" y="2212848"/>
            <a:ext cx="18745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4600" y="2212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No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65760" y="2596896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5968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Port/Path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44168" y="2596896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89888" y="25968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:8125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468880" y="2596896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14600" y="259689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/var/run/datadog/dsd.socket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65760" y="2980944"/>
            <a:ext cx="9601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2980944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Cross-host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344168" y="2980944"/>
            <a:ext cx="10972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89888" y="298094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✓ Yes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468880" y="2980944"/>
            <a:ext cx="18745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14600" y="298094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Same host only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65760" y="3364992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336499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Origin detect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344168" y="3364992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89888" y="33649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No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468880" y="3364992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14600" y="33649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✓ Yes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65760" y="3749040"/>
            <a:ext cx="9601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37490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Performance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344168" y="3749040"/>
            <a:ext cx="10972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389888" y="3749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Good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468880" y="3749040"/>
            <a:ext cx="18745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514600" y="37490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Better (Kernel IPC)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365760" y="4206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Origin detection: Agent auto-tags metrics with container_id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without app code changes — UDS only.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75488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320040" cy="32004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5212080" y="868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TRACE AGENT  •  trace-agent.log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Separate binary — independent lifecycle from core Agent.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4937760" y="1828800"/>
            <a:ext cx="37490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983480" y="182880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📡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5376672" y="182880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Listens on HTTP :8126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4937760" y="2304288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983480" y="230428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56" name="Text 52"/>
          <p:cNvSpPr/>
          <p:nvPr/>
        </p:nvSpPr>
        <p:spPr>
          <a:xfrm>
            <a:off x="5376672" y="230428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Receives spans from dd-trace-* libs (Python, Java, Go, .NET...)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4937760" y="2779776"/>
            <a:ext cx="37490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983480" y="277977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5376672" y="277977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Performs head-based sampling decisions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4937760" y="3255264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983480" y="325526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62" name="Text 58"/>
          <p:cNvSpPr/>
          <p:nvPr/>
        </p:nvSpPr>
        <p:spPr>
          <a:xfrm>
            <a:off x="5376672" y="325526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Computes APM stats locally: p50/p75/p90/p95/p99, error rate, throughput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4937760" y="3730752"/>
            <a:ext cx="37490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4983480" y="373075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📤</a:t>
            </a:r>
            <a:endParaRPr lang="en-US" sz="1100" dirty="0"/>
          </a:p>
        </p:txBody>
      </p:sp>
      <p:sp>
        <p:nvSpPr>
          <p:cNvPr id="65" name="Text 61"/>
          <p:cNvSpPr/>
          <p:nvPr/>
        </p:nvSpPr>
        <p:spPr>
          <a:xfrm>
            <a:off x="5376672" y="373075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Forwards sampled traces + stats to APM intake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4937760" y="4206240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983480" y="420624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💥</a:t>
            </a:r>
            <a:endParaRPr lang="en-US" sz="1100" dirty="0"/>
          </a:p>
        </p:txBody>
      </p:sp>
      <p:sp>
        <p:nvSpPr>
          <p:cNvPr id="68" name="Text 64"/>
          <p:cNvSpPr/>
          <p:nvPr/>
        </p:nvSpPr>
        <p:spPr>
          <a:xfrm>
            <a:off x="5376672" y="420624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Crash ≠ metric loss — subsystems fail independently</a:t>
            </a:r>
            <a:endParaRPr lang="en-US" sz="950" dirty="0"/>
          </a:p>
        </p:txBody>
      </p:sp>
      <p:sp>
        <p:nvSpPr>
          <p:cNvPr id="69" name="Shape 65"/>
          <p:cNvSpPr/>
          <p:nvPr/>
        </p:nvSpPr>
        <p:spPr>
          <a:xfrm>
            <a:off x="4937760" y="4663440"/>
            <a:ext cx="374904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4937760" y="4663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1D1D"/>
                </a:solidFill>
              </a:rPr>
              <a:t>Sampling reduces storage cost — not all spans are kept, all stats are computed.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Agent &amp; Log Files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1148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869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41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PROCESS AGENT  •  process-agent.log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Scans /proc filesystem for live processes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Collects: PID, CPU%, memory, command, args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Monitors container metadata (Docker, containerd, CRI-O)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Powers Live Processes + Live Containers views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Optional: Network Performance Monitoring (eBPF)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Sends to process.datadoghq.com (separate endpoint)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</a:rPr>
              <a:t>⚠ DISABLED by default — must enable explicitly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3566160"/>
            <a:ext cx="3749040" cy="777240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datadog.yaml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process_config: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process_collection: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true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841248"/>
            <a:ext cx="411480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841248"/>
            <a:ext cx="41148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8412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ALL AGENT LOG FILES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1371600"/>
            <a:ext cx="374904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1371600"/>
            <a:ext cx="73152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137160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agent.log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931152" y="1371600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Core Agent — primary crash signal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983480" y="16093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★ PRIMARY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846320" y="1865376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1865376"/>
            <a:ext cx="73152" cy="420624"/>
          </a:xfrm>
          <a:prstGeom prst="rect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186537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collector.log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931152" y="1865376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Check collection &amp; execution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846320" y="2359152"/>
            <a:ext cx="374904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46320" y="2359152"/>
            <a:ext cx="73152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235915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forwarder.log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931152" y="2359152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Outbound data transmission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46320" y="2852928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46320" y="2852928"/>
            <a:ext cx="73152" cy="42062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28529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jmxfetch.log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931152" y="285292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JMX-based Java integrations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846320" y="3346704"/>
            <a:ext cx="374904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46320" y="3346704"/>
            <a:ext cx="73152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83480" y="33467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dogstatsd.log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931152" y="3346704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DogStatsD custom metrics server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46320" y="384048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46320" y="3840480"/>
            <a:ext cx="73152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83480" y="384048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trace-agent.log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931152" y="3840480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APM trace collection pipeline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846320" y="4334256"/>
            <a:ext cx="374904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846320" y="433425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83480" y="433425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process-agent.log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6931152" y="4334256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Live process &amp; container monitor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846320" y="4800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files under: /var/log/datadog/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JMXFetch — What Is It?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8686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JMXFetch is a separate JVM process shipped with the Datadog Agent that bridges the Java Management Extensions (JMX) protocol into the Agent's metric pipeline — enabling monitoring of any Java application that exposes MBeans.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737360"/>
            <a:ext cx="4160520" cy="3154680"/>
          </a:xfrm>
          <a:prstGeom prst="rect">
            <a:avLst/>
          </a:prstGeom>
          <a:solidFill>
            <a:srgbClr val="0F1E2E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737360"/>
            <a:ext cx="416052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73736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JMX?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Java Management Extensions — built into the JVM since Java 5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Exposes internal JVM &amp; app metrics as MBeans (Managed Beans)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MBeans are objects with attributes (metrics) and operations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Standard MBeans: heap memory, GC stats, thread count, class loading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Custom MBeans: app-specific metrics (queue depth, cache hits...)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Access protocol: RMI (Remote Method Invocation) over TCP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Port: typically 7199 (Cassandra), 9999 (Kafka), or custom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4160520" cy="3154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737360"/>
            <a:ext cx="41605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73736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a Separate JVM Process?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2194560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The core Agent is written in Go — Go cannot natively speak JMX/RMI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JMXFetch is written in Java — the only language that speaks JMX natively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Runs as a child process, managed by the core Agent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Communicates results back via a local Unix socket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Isolated crash domain: JMXFetch crash ≠ Agent crash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Requires a JVM installed on the host (java command available)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Logs to jmxfetch.log — separate from agent.log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JMXFetch — Value Proposition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8412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Java Integrations That Use JMXFetch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26187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261872"/>
            <a:ext cx="7315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316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Apache Kafka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6093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Consumer lag, producer throughput, broker metrics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09160" y="126187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261872"/>
            <a:ext cx="7315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8888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12080" y="1316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Apache Cassandra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12080" y="16093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Read/write latency, compaction, pending tasks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206654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066544"/>
            <a:ext cx="7315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2112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🐱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Apache Tomcat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77240" y="24140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Request rate, error rate, thread pool, sessions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09160" y="206654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066544"/>
            <a:ext cx="7315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8888" y="2112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📨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21208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ActiveMQ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212080" y="24140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Queue depth, consumer count, message rates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287121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2871216"/>
            <a:ext cx="7315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7724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Apache Solr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77240" y="32186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Query rate, index size, cache hit ratio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709160" y="287121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2871216"/>
            <a:ext cx="7315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18888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🦁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21208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JBoss / WildFly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212080" y="32186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EJB stats, datasource pool, web subsystem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74320" y="367588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74320" y="3675888"/>
            <a:ext cx="7315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☕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7724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Any Java App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77240" y="4023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Custom MBeans via conf.d/*.yaml configuration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709160" y="367588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709160" y="3675888"/>
            <a:ext cx="73152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1888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21208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Elasticsearch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212080" y="4023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JVM heap, GC time, thread pools (partial)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11480" y="4526280"/>
            <a:ext cx="8366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A4A"/>
                </a:solidFill>
              </a:rPr>
              <a:t>💡  Without JMXFetch, none of these Java applications could be monitored — JMX/RMI cannot be accessed from Go or Python. It is the only path to deep JVM observability within the Datadog Agent.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JMXFetch — Technical 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8412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Flow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123444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234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Java 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(MBeans)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508760" y="1577340"/>
            <a:ext cx="42976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18488" y="14401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64208" y="1234440"/>
            <a:ext cx="1234440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4208" y="1234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JMX/RMI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protocol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98648" y="1577340"/>
            <a:ext cx="42976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08376" y="14401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54096" y="1234440"/>
            <a:ext cx="1234440" cy="6858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4096" y="1234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JMXFetch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(JVM process)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88536" y="1577340"/>
            <a:ext cx="42976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98264" y="14401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43984" y="1234440"/>
            <a:ext cx="123444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3984" y="1234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Unix Socket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→ Collector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2057400"/>
            <a:ext cx="4160520" cy="2743200"/>
          </a:xfrm>
          <a:prstGeom prst="rect">
            <a:avLst/>
          </a:prstGeom>
          <a:solidFill>
            <a:srgbClr val="0F1E2E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2057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Sample conf.d/kafka.d/conf.yaml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1480" y="2468880"/>
            <a:ext cx="38862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init_config: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is_jmx: true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host: localhost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port: 9999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include: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domain: kafka.server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bean: kafka.server:type=BrokerTopicMetrics,name=MessagesInPerSec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attribute: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metric_type: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alias: kafka.messages_in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841248"/>
            <a:ext cx="4160520" cy="3959352"/>
          </a:xfrm>
          <a:prstGeom prst="rect">
            <a:avLst/>
          </a:prstGeom>
          <a:solidFill>
            <a:srgbClr val="0F1E2E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841248"/>
            <a:ext cx="4160520" cy="384048"/>
          </a:xfrm>
          <a:prstGeom prst="rect">
            <a:avLst/>
          </a:prstGeom>
          <a:solidFill>
            <a:srgbClr val="1A4A7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9160" y="84124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Technical Details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800600" y="1325880"/>
            <a:ext cx="393192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1325880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Process type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99632" y="132588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Separate JVM — child of core Agent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00600" y="1700784"/>
            <a:ext cx="3931920" cy="338328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1700784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Language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99632" y="1700784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Java — only language native to JMX/RMI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00600" y="2075688"/>
            <a:ext cx="393192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207568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Communication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199632" y="2075688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Unix socket back to Collector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00600" y="2450592"/>
            <a:ext cx="3931920" cy="338328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0" y="2450592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Check interval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199632" y="2450592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Configurable, default 15s (same as Agent)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800600" y="2825496"/>
            <a:ext cx="393192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2825496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Log file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199632" y="2825496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/var/log/datadog/jmxfetch.log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800600" y="3200400"/>
            <a:ext cx="3931920" cy="338328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46320" y="3200400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JVM required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199632" y="320040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java must be in PATH on the host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800600" y="3575304"/>
            <a:ext cx="393192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46320" y="3575304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Metric types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199632" y="3575304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gauge, rate, count (mapped in conf.yaml)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800600" y="3950208"/>
            <a:ext cx="3931920" cy="338328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46320" y="395020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Wildcard beans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199632" y="3950208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Glob patterns to match multiple MBeans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800600" y="4325112"/>
            <a:ext cx="393192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46320" y="4325112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Custom metrics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199632" y="4325112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Any MBean attribute becomes a DD metric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1A4A7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</a:rPr>
              <a:t>Crash isolation: JMXFetch failure only affects Java integrations — all other Agent checks continue uninterrupted.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Architectural Principles &amp; Mental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5720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923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Separation of Concerns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Each subsystem owns exactly one job. A Forwarder failure queues data — it does not break check collection.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C4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73352"/>
            <a:ext cx="457200" cy="713232"/>
          </a:xfrm>
          <a:prstGeom prst="rect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7335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1728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4B8A"/>
                </a:solidFill>
              </a:rPr>
              <a:t>Independent Failure Domains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2039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Trace Agent and Process Agent are separate binaries. They crash independently without affecting metrics.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7802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78024"/>
            <a:ext cx="4572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7802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Go Core + Python Extensibility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2843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Core is Go for performance and low memory. Checks are Python for ecosystem richness and ease of customization.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8269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82696"/>
            <a:ext cx="4572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8269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4672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Local Aggregation First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3648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 is processed on-host before leaving. The Agent survives short network outages via the on-disk retry queue.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08736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87368"/>
            <a:ext cx="457200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8736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4672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Single Egress Point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" y="4453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All subsystems funnel through the Forwarder. One place to configure proxies, retries, and multi-org shipping.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 Cheat Sheet — One Line Per Subsystem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132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Subsystem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00200" y="713232"/>
            <a:ext cx="1298448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71323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Log File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44368" y="713232"/>
            <a:ext cx="176479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713232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Language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713232"/>
            <a:ext cx="4160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71323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One-Line Role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078992"/>
            <a:ext cx="8732520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078992"/>
            <a:ext cx="54864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07899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Core 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00200" y="1078992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agent.log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107899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Supervisor that starts &amp; watches everything. If it dies, all dies.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572768"/>
            <a:ext cx="8732520" cy="438912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1572768"/>
            <a:ext cx="54864" cy="438912"/>
          </a:xfrm>
          <a:prstGeom prst="rect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57276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4B8A"/>
                </a:solidFill>
              </a:rPr>
              <a:t>Collector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00200" y="157276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collector.log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157276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Runs Go + Python checks every 15s, feeds Aggregator.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2066544"/>
            <a:ext cx="8732520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066544"/>
            <a:ext cx="54864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06654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Aggregator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00200" y="2066544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 agent.log)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06654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In-memory 10s flush buffer — rolls up raw samples by metric type.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2560320"/>
            <a:ext cx="8732520" cy="438912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560320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5603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Forwarder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00200" y="2560320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forwarder.log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25603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HTTPS delivery to intake.datadoghq.com with retry queue.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3054096"/>
            <a:ext cx="8732520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3054096"/>
            <a:ext cx="54864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05409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</a:rPr>
              <a:t>DogStatsD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600200" y="305409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dogstatsd.log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4880" y="305409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Custom metrics from app code via UDP :8125 or UDS socket.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3547872"/>
            <a:ext cx="8732520" cy="438912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3547872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54787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Trace Agent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600200" y="3547872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trace-agent.log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354787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Separate binary. Receives spans on :8126, samples, forwards APM data.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" y="4041648"/>
            <a:ext cx="8732520" cy="438912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4041648"/>
            <a:ext cx="54864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04164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Process Agent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600200" y="404164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process-agent.log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0" y="40416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Scans /proc for live processes + containers. Disabled by default.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" y="4535424"/>
            <a:ext cx="8732520" cy="438912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2880" y="4535424"/>
            <a:ext cx="54864" cy="4389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53542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</a:rPr>
              <a:t>JMXFetch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600200" y="4535424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jmxfetch.log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0" y="453542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Separate JVM. Only path to JMX/RMI — bridges Java apps into Agent.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4892040"/>
            <a:ext cx="8732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" y="4892040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</a:rPr>
              <a:t>All log files live under /var/log/datadog/  •  Crash signal = agent.log first, then journalctl -u datadog-agent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Datadog Agent Architecture</dc:title>
  <dc:subject>PptxGenJS Presentation</dc:subject>
  <dc:creator>PptxGenJS</dc:creator>
  <cp:lastModifiedBy>PptxGenJS</cp:lastModifiedBy>
  <cp:revision>1</cp:revision>
  <dcterms:created xsi:type="dcterms:W3CDTF">2026-05-23T20:51:32Z</dcterms:created>
  <dcterms:modified xsi:type="dcterms:W3CDTF">2026-05-23T20:51:32Z</dcterms:modified>
</cp:coreProperties>
</file>